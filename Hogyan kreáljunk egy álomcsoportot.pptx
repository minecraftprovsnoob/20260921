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7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400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5428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727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157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816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81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377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796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672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4270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0667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6708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5144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412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8895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603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4C9574D-0FE5-4361-ABA0-406E541D4F1F}" type="datetimeFigureOut">
              <a:rPr lang="hu-HU" smtClean="0"/>
              <a:t>2026.09.21.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0A7366E-C8CC-4AC7-98C3-7314AA7D99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2572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0DEFF0-2F46-44A0-B526-1BDB192BE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Hogyan kreáljunk egy álomcsoportot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D792726-4AD6-4269-AEFD-F18C5C98E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Csinálta: Czeglédi Rokkó</a:t>
            </a:r>
          </a:p>
        </p:txBody>
      </p:sp>
    </p:spTree>
    <p:extLst>
      <p:ext uri="{BB962C8B-B14F-4D97-AF65-F5344CB8AC3E}">
        <p14:creationId xmlns:p14="http://schemas.microsoft.com/office/powerpoint/2010/main" val="56484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CBAA77-7ACF-4F1F-A27F-BFD22791A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506" y="0"/>
            <a:ext cx="8001000" cy="2971801"/>
          </a:xfrm>
        </p:spPr>
        <p:txBody>
          <a:bodyPr>
            <a:normAutofit/>
          </a:bodyPr>
          <a:lstStyle/>
          <a:p>
            <a:r>
              <a:rPr lang="hu-HU" sz="3000" b="1" dirty="0">
                <a:latin typeface="Bahnschrift SemiCondensed" panose="020B0502040204020203" pitchFamily="34" charset="0"/>
              </a:rPr>
              <a:t>1. Lépés: A munkát normálisan, érthetően és részletesen </a:t>
            </a:r>
            <a:r>
              <a:rPr lang="hu-HU" sz="3000" b="1" dirty="0" err="1">
                <a:latin typeface="Bahnschrift SemiCondensed" panose="020B0502040204020203" pitchFamily="34" charset="0"/>
              </a:rPr>
              <a:t>hírdessük</a:t>
            </a:r>
            <a:r>
              <a:rPr lang="hu-HU" sz="3000" b="1" dirty="0">
                <a:latin typeface="Bahnschrift SemiCondensed" panose="020B0502040204020203" pitchFamily="34" charset="0"/>
              </a:rPr>
              <a:t> meg a Félre értések elkerülése érdekében.</a:t>
            </a:r>
            <a:endParaRPr lang="hu-HU" sz="30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CEED168-4570-41B1-A00D-1F65705012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28DA710-E134-4839-9584-51951460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508" y="3491443"/>
            <a:ext cx="7090270" cy="265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2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ED3A89-F8C0-4386-B803-249E458D6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752" y="974968"/>
            <a:ext cx="8001000" cy="2971801"/>
          </a:xfrm>
        </p:spPr>
        <p:txBody>
          <a:bodyPr>
            <a:normAutofit fontScale="90000"/>
          </a:bodyPr>
          <a:lstStyle/>
          <a:p>
            <a:r>
              <a:rPr lang="hu-HU" sz="2800" dirty="0">
                <a:latin typeface="Bahnschrift SemiCondensed" panose="020B0502040204020203" pitchFamily="34" charset="0"/>
              </a:rPr>
              <a:t>2. lépés: csapattagok KISZŰRÉSE:</a:t>
            </a:r>
            <a:br>
              <a:rPr lang="hu-HU" sz="2800" dirty="0">
                <a:latin typeface="Bahnschrift SemiCondensed" panose="020B0502040204020203" pitchFamily="34" charset="0"/>
              </a:rPr>
            </a:br>
            <a:r>
              <a:rPr lang="hu-HU" sz="2800" dirty="0">
                <a:latin typeface="Bahnschrift SemiCondensed" panose="020B0502040204020203" pitchFamily="34" charset="0"/>
              </a:rPr>
              <a:t>-Aki inkompetens az nem, aki kompetens az igen.</a:t>
            </a:r>
            <a:br>
              <a:rPr lang="hu-HU" sz="2800" dirty="0">
                <a:latin typeface="Bahnschrift SemiCondensed" panose="020B0502040204020203" pitchFamily="34" charset="0"/>
              </a:rPr>
            </a:br>
            <a:r>
              <a:rPr lang="hu-HU" sz="2800" dirty="0">
                <a:latin typeface="Bahnschrift SemiCondensed" panose="020B0502040204020203" pitchFamily="34" charset="0"/>
              </a:rPr>
              <a:t>-értse a feladatát</a:t>
            </a:r>
            <a:br>
              <a:rPr lang="hu-HU" sz="2800" dirty="0">
                <a:latin typeface="Bahnschrift SemiCondensed" panose="020B0502040204020203" pitchFamily="34" charset="0"/>
              </a:rPr>
            </a:br>
            <a:r>
              <a:rPr lang="hu-HU" sz="2800" dirty="0">
                <a:latin typeface="Bahnschrift SemiCondensed" panose="020B0502040204020203" pitchFamily="34" charset="0"/>
              </a:rPr>
              <a:t>-eltudja végezni a feladatát</a:t>
            </a:r>
            <a:br>
              <a:rPr lang="hu-HU" sz="2800" dirty="0">
                <a:latin typeface="Bahnschrift SemiCondensed" panose="020B0502040204020203" pitchFamily="34" charset="0"/>
              </a:rPr>
            </a:br>
            <a:r>
              <a:rPr lang="hu-HU" sz="2800" dirty="0">
                <a:latin typeface="Bahnschrift SemiCondensed" panose="020B0502040204020203" pitchFamily="34" charset="0"/>
              </a:rPr>
              <a:t>-Az illető segítőkész, barátságos legyen a csapattársaival illetve eltudja végezni önállóan is a feladatát és jól dolgozzon csapatba</a:t>
            </a:r>
            <a:br>
              <a:rPr lang="hu-HU" sz="2800" dirty="0">
                <a:latin typeface="Bahnschrift SemiCondensed" panose="020B0502040204020203" pitchFamily="34" charset="0"/>
              </a:rPr>
            </a:br>
            <a:endParaRPr lang="hu-HU" sz="2800" dirty="0">
              <a:latin typeface="Bahnschrift SemiCondensed" panose="020B0502040204020203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0DDCC98-B4A6-489E-922C-680A47986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6A0DC2D-6838-4710-BF4C-EF3D45FC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2" y="3187956"/>
            <a:ext cx="1872188" cy="2603244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51C6770-4048-45D3-A751-4900C6BE9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00" y="3187956"/>
            <a:ext cx="1789097" cy="2603244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DD268D7-1D1F-4428-954C-DC225DDBE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00" y="501382"/>
            <a:ext cx="1789097" cy="2686574"/>
          </a:xfrm>
          <a:prstGeom prst="rect">
            <a:avLst/>
          </a:prstGeom>
        </p:spPr>
      </p:pic>
      <p:sp>
        <p:nvSpPr>
          <p:cNvPr id="11" name="Szorzás jele 10">
            <a:extLst>
              <a:ext uri="{FF2B5EF4-FFF2-40B4-BE49-F238E27FC236}">
                <a16:creationId xmlns:a16="http://schemas.microsoft.com/office/drawing/2014/main" id="{117E757A-BF60-4C14-A314-C5D4BA0AA829}"/>
              </a:ext>
            </a:extLst>
          </p:cNvPr>
          <p:cNvSpPr/>
          <p:nvPr/>
        </p:nvSpPr>
        <p:spPr>
          <a:xfrm>
            <a:off x="7318369" y="3550745"/>
            <a:ext cx="1507594" cy="1877666"/>
          </a:xfrm>
          <a:prstGeom prst="mathMultiply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orzás jele 11">
            <a:extLst>
              <a:ext uri="{FF2B5EF4-FFF2-40B4-BE49-F238E27FC236}">
                <a16:creationId xmlns:a16="http://schemas.microsoft.com/office/drawing/2014/main" id="{5A872E7D-540B-41FD-9CED-75FD9C5E6BF1}"/>
              </a:ext>
            </a:extLst>
          </p:cNvPr>
          <p:cNvSpPr/>
          <p:nvPr/>
        </p:nvSpPr>
        <p:spPr>
          <a:xfrm>
            <a:off x="9134328" y="3749921"/>
            <a:ext cx="1434840" cy="1479313"/>
          </a:xfrm>
          <a:prstGeom prst="mathMultiply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ED63674-23A6-4A07-BF81-4090FC3BA0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097" y="1417145"/>
            <a:ext cx="1405071" cy="1405071"/>
          </a:xfrm>
          <a:prstGeom prst="rect">
            <a:avLst/>
          </a:prstGeom>
        </p:spPr>
      </p:pic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2985F874-FDDA-41B3-B8AE-68046008F7D1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194881" y="-3262057"/>
            <a:ext cx="2671752" cy="4679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1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1A3505-24F4-40AE-A892-C67503E27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3000" dirty="0"/>
              <a:t>3. lépés: feladatok kiosztása</a:t>
            </a:r>
            <a:br>
              <a:rPr lang="hu-HU" sz="3000" dirty="0"/>
            </a:br>
            <a:r>
              <a:rPr lang="hu-HU" sz="3000" dirty="0"/>
              <a:t>-a felvett csapattagokat osszuk be a képességükhöz illő feladatkörhöz</a:t>
            </a:r>
            <a:br>
              <a:rPr lang="hu-HU" sz="3000" dirty="0"/>
            </a:br>
            <a:endParaRPr lang="hu-HU" sz="30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5E04AFE-B4C4-4150-BB25-4AC781086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71C4BC9-AC2D-4181-8CF0-6A6B4CE07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34" y="3564228"/>
            <a:ext cx="3543666" cy="271396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FE2BB63-C750-4609-9171-EE048683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399" y="3564228"/>
            <a:ext cx="3543665" cy="271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3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25EC0C-55BF-4A92-B9AE-DF64A29E1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358205"/>
            <a:ext cx="8001000" cy="1947333"/>
          </a:xfrm>
        </p:spPr>
        <p:txBody>
          <a:bodyPr>
            <a:normAutofit/>
          </a:bodyPr>
          <a:lstStyle/>
          <a:p>
            <a:r>
              <a:rPr lang="hu-HU" sz="3000" dirty="0"/>
              <a:t>4. lépés: Dokumentáció a munkaórákról.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E4ED204-5041-453D-840F-2F946E27A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8027" y="2455333"/>
            <a:ext cx="6400800" cy="1947333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tx1"/>
                </a:solidFill>
              </a:rPr>
              <a:t>-hogy elkerülhessük a problémákat, apró félreértéseket</a:t>
            </a:r>
          </a:p>
          <a:p>
            <a:r>
              <a:rPr lang="hu-HU" sz="2400" dirty="0">
                <a:solidFill>
                  <a:schemeClr val="tx1"/>
                </a:solidFill>
              </a:rPr>
              <a:t>-A felesleges vitákat</a:t>
            </a:r>
          </a:p>
          <a:p>
            <a:r>
              <a:rPr lang="hu-HU" sz="2400" dirty="0">
                <a:solidFill>
                  <a:schemeClr val="tx1"/>
                </a:solidFill>
              </a:rPr>
              <a:t>-Hogy tanulhassunk egy esetleges hibából</a:t>
            </a:r>
          </a:p>
          <a:p>
            <a:endParaRPr lang="hu-HU" sz="2400" dirty="0">
              <a:solidFill>
                <a:schemeClr val="tx1"/>
              </a:solidFill>
            </a:endParaRPr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76166FC-5CDB-4774-8046-387FCB18E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427" y="4552461"/>
            <a:ext cx="3165112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1609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zele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</TotalTime>
  <Words>123</Words>
  <Application>Microsoft Office PowerPoint</Application>
  <PresentationFormat>Szélesvásznú</PresentationFormat>
  <Paragraphs>9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Bahnschrift SemiCondensed</vt:lpstr>
      <vt:lpstr>Century Gothic</vt:lpstr>
      <vt:lpstr>Wingdings 3</vt:lpstr>
      <vt:lpstr>Szelet</vt:lpstr>
      <vt:lpstr>Hogyan kreáljunk egy álomcsoportot</vt:lpstr>
      <vt:lpstr>1. Lépés: A munkát normálisan, érthetően és részletesen hírdessük meg a Félre értések elkerülése érdekében.</vt:lpstr>
      <vt:lpstr>2. lépés: csapattagok KISZŰRÉSE: -Aki inkompetens az nem, aki kompetens az igen. -értse a feladatát -eltudja végezni a feladatát -Az illető segítőkész, barátságos legyen a csapattársaival illetve eltudja végezni önállóan is a feladatát és jól dolgozzon csapatba </vt:lpstr>
      <vt:lpstr>3. lépés: feladatok kiosztása -a felvett csapattagokat osszuk be a képességükhöz illő feladatkörhöz </vt:lpstr>
      <vt:lpstr>4. lépés: Dokumentáció a munkaórákról.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Hogyan kreáljunk egy álomcsoportot</dc:title>
  <dc:creator>Czeglédi Rokkó Lajos</dc:creator>
  <cp:lastModifiedBy>Czeglédi Rokkó Lajos</cp:lastModifiedBy>
  <cp:revision>6</cp:revision>
  <dcterms:created xsi:type="dcterms:W3CDTF">2026-09-21T12:03:59Z</dcterms:created>
  <dcterms:modified xsi:type="dcterms:W3CDTF">2026-09-21T12:49:37Z</dcterms:modified>
</cp:coreProperties>
</file>